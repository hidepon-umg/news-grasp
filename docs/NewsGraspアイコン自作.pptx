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72" userDrawn="1">
          <p15:clr>
            <a:srgbClr val="A4A3A4"/>
          </p15:clr>
        </p15:guide>
        <p15:guide id="4" orient="horz" pos="37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24B"/>
    <a:srgbClr val="F4E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53" y="648"/>
      </p:cViewPr>
      <p:guideLst>
        <p:guide orient="horz" pos="2251"/>
        <p:guide pos="3840"/>
        <p:guide orient="horz" pos="572"/>
        <p:guide orient="horz" pos="37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AD71F-071C-1F1A-904F-25B6C1CC0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F043D9-04F3-F582-4AE4-0550A3786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C50012-A655-462E-1AD7-53CFA6FE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5BF12D-86D5-3767-D571-1CDC8297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730222-1061-42D9-7BF3-9489E609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48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4BA376-645F-EAEB-C462-DCA8BA31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DE4726-E051-78C9-E513-0EBD7EA96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BDF90B-EF9B-6695-2AA7-D8615E59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CD2F97-BD5A-3E08-612B-336EFFBF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31445C-0B49-8DEE-934C-B87B4963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457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AFDE6C-E869-83C3-A6F8-3D5B85CD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BDC8D8-8B51-BBCC-14F3-A4329DBE2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9D8139-78F8-A0AC-4241-7E99071C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9F9B59-0A39-45E4-62FD-C95F5D784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9E8BEF-84DA-D5C4-317B-7621DF91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447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D6635-A2B0-96CE-39C8-AE307BE2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728EC-C765-2CBC-76DA-ACC81F928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082885-C93C-758B-ECA1-80824BF2D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DCBAE5-9421-1DC7-A977-24C11751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D7D35A-50D2-B56E-C6B1-DE479AF1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25B97D-6B65-9E6D-D786-CAE0D153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56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CE3BDE-1C0C-0814-74DD-405A03EF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5E0B28-1B00-DFDD-702A-23F0E13A8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574D92-3780-2DC6-819E-8CE83C6F4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C2A1F3-021D-2A14-12AB-3D72F7F42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84A49C-5633-5B75-7FA4-5B7765099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C21E56-7612-5C48-7C2C-25A8B89F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6185D2D-466C-0865-988C-3AFFA525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2AD468-BDD6-CEEB-555E-FB55B8DA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32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C18AC1-06DE-26B0-C29D-19FAB47E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C8C025-2526-3E21-A4B8-69395148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7C31F40-6FF6-6B6F-FDB7-6CBA40B7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AAB174-3FA4-5FAF-2E09-0B44153B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10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29C4E2-60C2-EBA7-3D09-3DCF3EE78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99AD9B8-32A3-C457-36A7-C4FC75D3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338425-01CA-BB7B-6723-50DED89D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66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779EC9-76D6-69D5-ADA1-CE3E0CD9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F96F05-BCBE-F341-EE11-3C01D1663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981220-39EC-D851-D4D1-91706AA62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AA716F-7598-AAEE-16BA-5C13501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053D6C-8D3E-F528-FF3E-5DB008DF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3690FC-3F41-C7D8-D6BD-F3749FD7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13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8122DB-3474-C11C-FE62-7B76F653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4D85D4-B3D6-92EF-288E-A5A09AEFC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684774-13BB-45C5-B518-DD6CDB7BE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9A32B1-DF65-818E-C790-39FE1357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801D18-F363-9F08-0412-38981882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9B652D-CFFD-1415-1153-12F0F5BC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72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F1B429-7A44-5F0D-E22C-2A47F3C0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C2D664-90BA-43BE-A275-1B9B3B17E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C3BB0B-87C0-A27E-E635-968B1441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6DC82C-A979-D68E-C2D2-CA7A3A9F4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30E61-5A6A-6863-A6AB-8690A4F5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927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5D612E7-5992-187C-5C7A-F3B224901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EF2392-8724-D8DC-5104-BE84D53B6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6DDA9D-C2F9-8CE7-BB7D-95016FC1A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B87912-AF8A-62AC-E795-0F7F00EC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4A8238-20C7-04A3-3825-71F98630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09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BE3434-7D5E-1576-CF6F-5B07DAA3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B6E0BB-0D14-85E6-0467-5ED8073A9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F519F2-9859-D13A-0D3B-E4A4A857A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0BD6B-309C-475F-B0AC-672E322A3E1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ACA15C-568F-3DC9-9C30-D8B50CFCB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F46474-DD2F-A412-4982-AA049E521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6A5F3-7821-4FB4-9C50-A9F2789768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01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E52AC271-5105-DC53-F35B-DF6DF4740FA3}"/>
              </a:ext>
            </a:extLst>
          </p:cNvPr>
          <p:cNvSpPr/>
          <p:nvPr/>
        </p:nvSpPr>
        <p:spPr>
          <a:xfrm>
            <a:off x="1082772" y="1777147"/>
            <a:ext cx="3573308" cy="36012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BB8BC472-94F9-AE15-4565-3902754D3252}"/>
              </a:ext>
            </a:extLst>
          </p:cNvPr>
          <p:cNvSpPr/>
          <p:nvPr/>
        </p:nvSpPr>
        <p:spPr>
          <a:xfrm rot="2239456">
            <a:off x="1377997" y="4600102"/>
            <a:ext cx="984272" cy="955009"/>
          </a:xfrm>
          <a:custGeom>
            <a:avLst/>
            <a:gdLst>
              <a:gd name="csX0" fmla="*/ 0 w 984272"/>
              <a:gd name="csY0" fmla="*/ 0 h 955009"/>
              <a:gd name="csX1" fmla="*/ 984272 w 984272"/>
              <a:gd name="csY1" fmla="*/ 0 h 955009"/>
              <a:gd name="csX2" fmla="*/ 984272 w 984272"/>
              <a:gd name="csY2" fmla="*/ 479088 h 955009"/>
              <a:gd name="csX3" fmla="*/ 978128 w 984272"/>
              <a:gd name="csY3" fmla="*/ 485244 h 955009"/>
              <a:gd name="csX4" fmla="*/ 522012 w 984272"/>
              <a:gd name="csY4" fmla="*/ 833017 h 955009"/>
              <a:gd name="csX5" fmla="*/ 81360 w 984272"/>
              <a:gd name="csY5" fmla="*/ 949641 h 955009"/>
              <a:gd name="csX6" fmla="*/ 0 w 984272"/>
              <a:gd name="csY6" fmla="*/ 930633 h 9550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84272" h="955009">
                <a:moveTo>
                  <a:pt x="0" y="0"/>
                </a:moveTo>
                <a:lnTo>
                  <a:pt x="984272" y="0"/>
                </a:lnTo>
                <a:lnTo>
                  <a:pt x="984272" y="479088"/>
                </a:lnTo>
                <a:lnTo>
                  <a:pt x="978128" y="485244"/>
                </a:lnTo>
                <a:lnTo>
                  <a:pt x="522012" y="833017"/>
                </a:lnTo>
                <a:cubicBezTo>
                  <a:pt x="391230" y="932733"/>
                  <a:pt x="232412" y="970000"/>
                  <a:pt x="81360" y="949641"/>
                </a:cubicBezTo>
                <a:lnTo>
                  <a:pt x="0" y="930633"/>
                </a:lnTo>
                <a:close/>
              </a:path>
            </a:pathLst>
          </a:custGeom>
          <a:solidFill>
            <a:srgbClr val="C9A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9555E63-B258-E567-A54A-438D468F18F2}"/>
              </a:ext>
            </a:extLst>
          </p:cNvPr>
          <p:cNvSpPr>
            <a:spLocks noChangeAspect="1"/>
          </p:cNvSpPr>
          <p:nvPr/>
        </p:nvSpPr>
        <p:spPr>
          <a:xfrm>
            <a:off x="6705159" y="931922"/>
            <a:ext cx="5040000" cy="50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A389B6-0B77-CDED-99CB-3F6061BE2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4056" y="-2789961"/>
            <a:ext cx="4258277" cy="425827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EF125F7-2B13-6506-CB40-095C30BDC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739" y="-394362"/>
            <a:ext cx="1928095" cy="1928095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8915329-19E1-D2C9-AFDD-EF7144682DA6}"/>
              </a:ext>
            </a:extLst>
          </p:cNvPr>
          <p:cNvSpPr txBox="1"/>
          <p:nvPr/>
        </p:nvSpPr>
        <p:spPr>
          <a:xfrm>
            <a:off x="2271832" y="-3717930"/>
            <a:ext cx="129177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700" dirty="0">
                <a:solidFill>
                  <a:schemeClr val="bg1"/>
                </a:solidFill>
                <a:latin typeface="Georgia Pro Black" panose="02040A02050405020203" pitchFamily="18" charset="0"/>
                <a:ea typeface="Source Serif 4 ExtraBold" panose="02040603050405020204" pitchFamily="18" charset="0"/>
              </a:rPr>
              <a:t>N</a:t>
            </a:r>
            <a:endParaRPr kumimoji="1" lang="ja-JP" altLang="en-US" sz="28700" dirty="0">
              <a:solidFill>
                <a:schemeClr val="bg1"/>
              </a:solidFill>
              <a:latin typeface="Georgia Pro Black" panose="02040A02050405020203" pitchFamily="18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CDA8F20-D91A-65AD-7E54-5BF7CD5C12CE}"/>
              </a:ext>
            </a:extLst>
          </p:cNvPr>
          <p:cNvSpPr/>
          <p:nvPr/>
        </p:nvSpPr>
        <p:spPr>
          <a:xfrm>
            <a:off x="7550499" y="7006511"/>
            <a:ext cx="803453" cy="941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B45AE67-F650-E1FB-DBFE-C070FE5756B6}"/>
              </a:ext>
            </a:extLst>
          </p:cNvPr>
          <p:cNvSpPr txBox="1"/>
          <p:nvPr/>
        </p:nvSpPr>
        <p:spPr>
          <a:xfrm>
            <a:off x="4815430" y="-3251258"/>
            <a:ext cx="129177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700" dirty="0">
                <a:solidFill>
                  <a:srgbClr val="C9A24B"/>
                </a:solidFill>
                <a:latin typeface="Verdana Pro Black" panose="020B0A04030504040204" pitchFamily="34" charset="0"/>
              </a:rPr>
              <a:t>N</a:t>
            </a:r>
            <a:endParaRPr kumimoji="1" lang="ja-JP" altLang="en-US" sz="28700" dirty="0">
              <a:solidFill>
                <a:srgbClr val="C9A24B"/>
              </a:solidFill>
              <a:latin typeface="Verdana Pro Black" panose="020B0A04030504040204" pitchFamily="34" charset="0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F83D9D9D-18EE-44D0-4160-0F422C24AC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81" t="22633" r="27900" b="38319"/>
          <a:stretch>
            <a:fillRect/>
          </a:stretch>
        </p:blipFill>
        <p:spPr>
          <a:xfrm>
            <a:off x="6795898" y="1469454"/>
            <a:ext cx="2774566" cy="247298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20127146-37A9-9519-90EB-64FAA4487F2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02532" flipH="1">
            <a:off x="12343576" y="-3926109"/>
            <a:ext cx="3803333" cy="3803333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BF6280F2-DD61-B4AC-8BCD-FF486E9FFF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362" t="21833" r="33406" b="38168"/>
          <a:stretch>
            <a:fillRect/>
          </a:stretch>
        </p:blipFill>
        <p:spPr>
          <a:xfrm>
            <a:off x="6759499" y="-5687846"/>
            <a:ext cx="3338552" cy="4120702"/>
          </a:xfrm>
          <a:prstGeom prst="rect">
            <a:avLst/>
          </a:prstGeom>
        </p:spPr>
      </p:pic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E1F4DB7-2643-557C-7432-53FD64CA8D1A}"/>
              </a:ext>
            </a:extLst>
          </p:cNvPr>
          <p:cNvSpPr/>
          <p:nvPr/>
        </p:nvSpPr>
        <p:spPr>
          <a:xfrm>
            <a:off x="7625130" y="7134540"/>
            <a:ext cx="1240972" cy="813673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CCC0E8BC-8E08-1ECA-1CDB-0008E44B73DD}"/>
              </a:ext>
            </a:extLst>
          </p:cNvPr>
          <p:cNvSpPr txBox="1"/>
          <p:nvPr/>
        </p:nvSpPr>
        <p:spPr>
          <a:xfrm>
            <a:off x="-3613579" y="-3717930"/>
            <a:ext cx="28727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600" dirty="0" err="1">
                <a:solidFill>
                  <a:schemeClr val="bg1"/>
                </a:solidFill>
                <a:latin typeface="Georgia Pro Black" panose="02040A02050405020203" pitchFamily="18" charset="0"/>
                <a:ea typeface="Source Serif 4 ExtraBold" panose="02040603050405020204" pitchFamily="18" charset="0"/>
              </a:rPr>
              <a:t>ews</a:t>
            </a:r>
            <a:endParaRPr kumimoji="1" lang="ja-JP" altLang="en-US" sz="71400" dirty="0">
              <a:solidFill>
                <a:schemeClr val="bg1"/>
              </a:solidFill>
              <a:latin typeface="Georgia Pro Black" panose="02040A02050405020203" pitchFamily="18" charset="0"/>
            </a:endParaRPr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BFA8FAD6-509E-ACEF-D264-DD083054CC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7386" y="1743935"/>
            <a:ext cx="5278429" cy="3382371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8C6BDC2-03DE-97C4-7777-81BB4C64F18A}"/>
              </a:ext>
            </a:extLst>
          </p:cNvPr>
          <p:cNvSpPr txBox="1"/>
          <p:nvPr/>
        </p:nvSpPr>
        <p:spPr>
          <a:xfrm>
            <a:off x="-3613579" y="-1033140"/>
            <a:ext cx="1291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600" dirty="0">
                <a:solidFill>
                  <a:schemeClr val="bg1"/>
                </a:solidFill>
                <a:latin typeface="Georgia Pro Black" panose="02040A02050405020203" pitchFamily="18" charset="0"/>
                <a:ea typeface="Source Serif 4 ExtraBold" panose="02040603050405020204" pitchFamily="18" charset="0"/>
              </a:rPr>
              <a:t>G</a:t>
            </a:r>
            <a:endParaRPr kumimoji="1" lang="ja-JP" altLang="en-US" sz="71400" dirty="0">
              <a:solidFill>
                <a:schemeClr val="bg1"/>
              </a:solidFill>
              <a:latin typeface="Georgia Pro Black" panose="02040A02050405020203" pitchFamily="18" charset="0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EB5C117-1704-A692-A9BB-AB8F95F66BE6}"/>
              </a:ext>
            </a:extLst>
          </p:cNvPr>
          <p:cNvSpPr txBox="1"/>
          <p:nvPr/>
        </p:nvSpPr>
        <p:spPr>
          <a:xfrm>
            <a:off x="-3613579" y="1775369"/>
            <a:ext cx="1291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600" dirty="0">
                <a:solidFill>
                  <a:srgbClr val="C9A24B"/>
                </a:solidFill>
                <a:latin typeface="Georgia Pro Black" panose="02040A02050405020203" pitchFamily="18" charset="0"/>
                <a:ea typeface="Source Serif 4 ExtraBold" panose="02040603050405020204" pitchFamily="18" charset="0"/>
              </a:rPr>
              <a:t>G</a:t>
            </a:r>
            <a:endParaRPr kumimoji="1" lang="ja-JP" altLang="en-US" sz="71400" dirty="0">
              <a:solidFill>
                <a:srgbClr val="C9A24B"/>
              </a:solidFill>
              <a:latin typeface="Georgia Pro Black" panose="02040A02050405020203" pitchFamily="18" charset="0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07F0AF0B-0862-DA0F-529A-4FC2D9837FB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539" t="19079" r="29020" b="36016"/>
          <a:stretch>
            <a:fillRect/>
          </a:stretch>
        </p:blipFill>
        <p:spPr>
          <a:xfrm>
            <a:off x="6907645" y="3211149"/>
            <a:ext cx="2105686" cy="2245975"/>
          </a:xfrm>
          <a:prstGeom prst="rect">
            <a:avLst/>
          </a:prstGeom>
        </p:spPr>
      </p:pic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E215167-2643-A914-948D-FB6C1768E607}"/>
              </a:ext>
            </a:extLst>
          </p:cNvPr>
          <p:cNvSpPr txBox="1"/>
          <p:nvPr/>
        </p:nvSpPr>
        <p:spPr>
          <a:xfrm>
            <a:off x="-3613579" y="6961615"/>
            <a:ext cx="3463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600" dirty="0">
                <a:solidFill>
                  <a:srgbClr val="C9A24B"/>
                </a:solidFill>
                <a:latin typeface="Georgia Pro Black" panose="02040A02050405020203" pitchFamily="18" charset="0"/>
                <a:ea typeface="Source Serif 4 ExtraBold" panose="02040603050405020204" pitchFamily="18" charset="0"/>
              </a:rPr>
              <a:t>rasp</a:t>
            </a:r>
            <a:endParaRPr kumimoji="1" lang="ja-JP" altLang="en-US" sz="71400" dirty="0">
              <a:solidFill>
                <a:srgbClr val="C9A24B"/>
              </a:solidFill>
              <a:latin typeface="Georgia Pro Black" panose="02040A02050405020203" pitchFamily="18" charset="0"/>
            </a:endParaRP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44EF4F36-6D33-A003-3F15-7AA7A4A9BE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2237" y="3610447"/>
            <a:ext cx="3965793" cy="2277761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EB1C1A38-686C-3838-5205-8C19EA3DCA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8"/>
          <a:stretch>
            <a:fillRect/>
          </a:stretch>
        </p:blipFill>
        <p:spPr>
          <a:xfrm>
            <a:off x="7296975" y="1480341"/>
            <a:ext cx="2033497" cy="2134069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2DD7B196-CB07-F0C5-E34B-F1A9663BBE2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19660"/>
          <a:stretch>
            <a:fillRect/>
          </a:stretch>
        </p:blipFill>
        <p:spPr>
          <a:xfrm>
            <a:off x="11954333" y="6428203"/>
            <a:ext cx="4581818" cy="4583513"/>
          </a:xfrm>
          <a:prstGeom prst="ellipse">
            <a:avLst/>
          </a:prstGeom>
        </p:spPr>
      </p:pic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5FBAC814-5E68-AACB-8797-FBD314222398}"/>
              </a:ext>
            </a:extLst>
          </p:cNvPr>
          <p:cNvSpPr>
            <a:spLocks noChangeAspect="1"/>
          </p:cNvSpPr>
          <p:nvPr/>
        </p:nvSpPr>
        <p:spPr>
          <a:xfrm>
            <a:off x="13059751" y="931922"/>
            <a:ext cx="5040000" cy="5040000"/>
          </a:xfrm>
          <a:prstGeom prst="roundRect">
            <a:avLst>
              <a:gd name="adj" fmla="val 264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3" name="図 62">
            <a:extLst>
              <a:ext uri="{FF2B5EF4-FFF2-40B4-BE49-F238E27FC236}">
                <a16:creationId xmlns:a16="http://schemas.microsoft.com/office/drawing/2014/main" id="{C9ADC9AB-529E-B506-0374-81BF5CDD00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81" t="22633" r="27900" b="38319"/>
          <a:stretch>
            <a:fillRect/>
          </a:stretch>
        </p:blipFill>
        <p:spPr>
          <a:xfrm>
            <a:off x="13150490" y="1469454"/>
            <a:ext cx="2774566" cy="2472985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7A714588-0B6D-AE6C-7AFD-B7C157B5C9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0633" r="23315" b="36906"/>
          <a:stretch>
            <a:fillRect/>
          </a:stretch>
        </p:blipFill>
        <p:spPr>
          <a:xfrm>
            <a:off x="14051978" y="2780064"/>
            <a:ext cx="4047773" cy="1097941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D74883F6-FB31-81CB-98BA-567E1D7DCC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539" t="19079" r="29020" b="36016"/>
          <a:stretch>
            <a:fillRect/>
          </a:stretch>
        </p:blipFill>
        <p:spPr>
          <a:xfrm>
            <a:off x="13262237" y="3211149"/>
            <a:ext cx="2105686" cy="2245975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47221A77-C561-2792-6B2C-92890D2C6D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76829" y="3610447"/>
            <a:ext cx="3965793" cy="2277761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A497BC44-83B2-FCD9-3D7A-9128255481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8"/>
          <a:stretch>
            <a:fillRect/>
          </a:stretch>
        </p:blipFill>
        <p:spPr>
          <a:xfrm>
            <a:off x="13651567" y="1480341"/>
            <a:ext cx="2033497" cy="2134069"/>
          </a:xfrm>
          <a:prstGeom prst="rect">
            <a:avLst/>
          </a:prstGeom>
        </p:spPr>
      </p:pic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4F8D5F6-F620-10BA-3BC5-39C8F27EF7DB}"/>
              </a:ext>
            </a:extLst>
          </p:cNvPr>
          <p:cNvSpPr txBox="1"/>
          <p:nvPr/>
        </p:nvSpPr>
        <p:spPr>
          <a:xfrm>
            <a:off x="-4315338" y="3202660"/>
            <a:ext cx="129177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700" dirty="0">
                <a:solidFill>
                  <a:schemeClr val="bg1"/>
                </a:solidFill>
                <a:latin typeface="Nourd-Bold" panose="01000000000000000000" pitchFamily="2" charset="0"/>
                <a:ea typeface="叛逆明朝" panose="02000503000000000000" pitchFamily="2" charset="-128"/>
                <a:cs typeface="叛逆明朝" panose="02000503000000000000" pitchFamily="2" charset="-128"/>
              </a:rPr>
              <a:t>N</a:t>
            </a:r>
            <a:endParaRPr kumimoji="1" lang="ja-JP" altLang="en-US" sz="28700" dirty="0">
              <a:solidFill>
                <a:schemeClr val="bg1"/>
              </a:solidFill>
              <a:latin typeface="Nourd-Bold" panose="01000000000000000000" pitchFamily="2" charset="0"/>
              <a:ea typeface="叛逆明朝" panose="02000503000000000000" pitchFamily="2" charset="-128"/>
              <a:cs typeface="叛逆明朝" panose="02000503000000000000" pitchFamily="2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91DB775-868C-8920-9299-AC337B3A50E8}"/>
              </a:ext>
            </a:extLst>
          </p:cNvPr>
          <p:cNvSpPr txBox="1"/>
          <p:nvPr/>
        </p:nvSpPr>
        <p:spPr>
          <a:xfrm>
            <a:off x="1559415" y="6613614"/>
            <a:ext cx="129177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700" dirty="0">
                <a:solidFill>
                  <a:srgbClr val="F4EEE1"/>
                </a:solidFill>
                <a:latin typeface="Georgia Pro Black" panose="02040A02050405020203" pitchFamily="18" charset="0"/>
                <a:ea typeface="叛逆明朝" panose="02000503000000000000" pitchFamily="2" charset="-128"/>
                <a:cs typeface="叛逆明朝" panose="02000503000000000000" pitchFamily="2" charset="-128"/>
              </a:rPr>
              <a:t>N</a:t>
            </a:r>
            <a:endParaRPr kumimoji="1" lang="ja-JP" altLang="en-US" sz="28700" dirty="0">
              <a:solidFill>
                <a:srgbClr val="F4EEE1"/>
              </a:solidFill>
              <a:latin typeface="Georgia Pro Black" panose="02040A02050405020203" pitchFamily="18" charset="0"/>
              <a:ea typeface="叛逆明朝" panose="02000503000000000000" pitchFamily="2" charset="-128"/>
              <a:cs typeface="叛逆明朝" panose="02000503000000000000" pitchFamily="2" charset="-128"/>
            </a:endParaRPr>
          </a:p>
        </p:txBody>
      </p:sp>
      <p:pic>
        <p:nvPicPr>
          <p:cNvPr id="73" name="図 72">
            <a:extLst>
              <a:ext uri="{FF2B5EF4-FFF2-40B4-BE49-F238E27FC236}">
                <a16:creationId xmlns:a16="http://schemas.microsoft.com/office/drawing/2014/main" id="{E41D6ED6-E4BC-E922-3207-EF81992B91A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362" r="61934"/>
          <a:stretch>
            <a:fillRect/>
          </a:stretch>
        </p:blipFill>
        <p:spPr>
          <a:xfrm>
            <a:off x="1140805" y="2307771"/>
            <a:ext cx="1297398" cy="2883960"/>
          </a:xfrm>
          <a:prstGeom prst="rect">
            <a:avLst/>
          </a:prstGeom>
        </p:spPr>
      </p:pic>
      <p:pic>
        <p:nvPicPr>
          <p:cNvPr id="75" name="図 74">
            <a:extLst>
              <a:ext uri="{FF2B5EF4-FFF2-40B4-BE49-F238E27FC236}">
                <a16:creationId xmlns:a16="http://schemas.microsoft.com/office/drawing/2014/main" id="{B2CB6219-E88F-1B78-E4CC-AD508B579E1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8000" t="24026" r="28578" b="39914"/>
          <a:stretch>
            <a:fillRect/>
          </a:stretch>
        </p:blipFill>
        <p:spPr>
          <a:xfrm>
            <a:off x="8416344" y="1244354"/>
            <a:ext cx="3897414" cy="3291545"/>
          </a:xfrm>
          <a:prstGeom prst="rect">
            <a:avLst/>
          </a:prstGeom>
        </p:spPr>
      </p:pic>
      <p:pic>
        <p:nvPicPr>
          <p:cNvPr id="77" name="図 76">
            <a:extLst>
              <a:ext uri="{FF2B5EF4-FFF2-40B4-BE49-F238E27FC236}">
                <a16:creationId xmlns:a16="http://schemas.microsoft.com/office/drawing/2014/main" id="{5FFFECA4-2437-2964-9556-5EF7286C19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370733" y="6187147"/>
            <a:ext cx="3477179" cy="2933871"/>
          </a:xfrm>
          <a:prstGeom prst="rect">
            <a:avLst/>
          </a:prstGeom>
        </p:spPr>
      </p:pic>
      <p:pic>
        <p:nvPicPr>
          <p:cNvPr id="78" name="図 77">
            <a:extLst>
              <a:ext uri="{FF2B5EF4-FFF2-40B4-BE49-F238E27FC236}">
                <a16:creationId xmlns:a16="http://schemas.microsoft.com/office/drawing/2014/main" id="{AC12E95A-4018-8001-2AE2-A686E77EAB3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3870" b="7298"/>
          <a:stretch>
            <a:fillRect/>
          </a:stretch>
        </p:blipFill>
        <p:spPr>
          <a:xfrm>
            <a:off x="3317713" y="2144356"/>
            <a:ext cx="1231417" cy="2824971"/>
          </a:xfrm>
          <a:prstGeom prst="rect">
            <a:avLst/>
          </a:prstGeom>
        </p:spPr>
      </p:pic>
      <p:pic>
        <p:nvPicPr>
          <p:cNvPr id="79" name="図 78">
            <a:extLst>
              <a:ext uri="{FF2B5EF4-FFF2-40B4-BE49-F238E27FC236}">
                <a16:creationId xmlns:a16="http://schemas.microsoft.com/office/drawing/2014/main" id="{F791FBCA-AA9F-137F-73F9-018B9FBF32C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8065" t="5363" r="36129" b="7298"/>
          <a:stretch>
            <a:fillRect/>
          </a:stretch>
        </p:blipFill>
        <p:spPr>
          <a:xfrm>
            <a:off x="2438203" y="2307771"/>
            <a:ext cx="879510" cy="2661557"/>
          </a:xfrm>
          <a:prstGeom prst="rect">
            <a:avLst/>
          </a:prstGeom>
        </p:spPr>
      </p:pic>
      <p:pic>
        <p:nvPicPr>
          <p:cNvPr id="42" name="グラフィックス 41">
            <a:extLst>
              <a:ext uri="{FF2B5EF4-FFF2-40B4-BE49-F238E27FC236}">
                <a16:creationId xmlns:a16="http://schemas.microsoft.com/office/drawing/2014/main" id="{F1A37583-2AC8-6AA4-9CD5-C294AA2D60F3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19026" t="13280" r="18829" b="14923"/>
          <a:stretch>
            <a:fillRect/>
          </a:stretch>
        </p:blipFill>
        <p:spPr>
          <a:xfrm rot="2261850">
            <a:off x="1779167" y="2626214"/>
            <a:ext cx="1993096" cy="2302692"/>
          </a:xfrm>
          <a:prstGeom prst="rect">
            <a:avLst/>
          </a:prstGeom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347F833A-35EC-7F7E-62BF-43B0E1DB7CB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3703" r="74832"/>
          <a:stretch>
            <a:fillRect/>
          </a:stretch>
        </p:blipFill>
        <p:spPr>
          <a:xfrm>
            <a:off x="1141170" y="3171371"/>
            <a:ext cx="857792" cy="2020360"/>
          </a:xfrm>
          <a:prstGeom prst="rect">
            <a:avLst/>
          </a:prstGeom>
        </p:spPr>
      </p:pic>
      <p:pic>
        <p:nvPicPr>
          <p:cNvPr id="83" name="図 82">
            <a:extLst>
              <a:ext uri="{FF2B5EF4-FFF2-40B4-BE49-F238E27FC236}">
                <a16:creationId xmlns:a16="http://schemas.microsoft.com/office/drawing/2014/main" id="{BA1FD9A4-EEF9-F4DA-769B-D3163444426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76642" r="61934"/>
          <a:stretch>
            <a:fillRect/>
          </a:stretch>
        </p:blipFill>
        <p:spPr>
          <a:xfrm>
            <a:off x="1136451" y="4482738"/>
            <a:ext cx="1297398" cy="71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8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7A41AC0-5887-5DF2-B3E2-00BAFEED9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30" y="0"/>
            <a:ext cx="10999140" cy="6858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3440235-4358-DC08-CE56-10411BCE0B3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192A"/>
              </a:clrFrom>
              <a:clrTo>
                <a:srgbClr val="15192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74609" y="281390"/>
            <a:ext cx="5190842" cy="100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6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EFF5F98-37AD-0E03-B4CD-9CE94892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066"/>
            <a:ext cx="12192000" cy="627386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1D256B8-2E62-10E4-E658-1A4BCBDABE2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5192A"/>
              </a:clrFrom>
              <a:clrTo>
                <a:srgbClr val="15192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1936" y="576782"/>
            <a:ext cx="2387560" cy="46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87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3FEFD16-D57B-46AD-1A8D-56692D24D8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FBBC957-49F7-483F-A626-24378A216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050" y="0"/>
            <a:ext cx="3119899" cy="6858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9B6D73D-402E-B35F-9511-807D48623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6" y="0"/>
            <a:ext cx="3119899" cy="6858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9283618-C276-F6D0-B6E7-EB99527B266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799" y="662390"/>
            <a:ext cx="456591" cy="46084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20C5AD3-58AB-A828-366A-34F73323ABB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5192A"/>
              </a:clrFrom>
              <a:clrTo>
                <a:srgbClr val="15192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61232" y="586696"/>
            <a:ext cx="1394385" cy="27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65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</Words>
  <Application>Microsoft Office PowerPoint</Application>
  <PresentationFormat>ワイド画面</PresentationFormat>
  <Paragraphs>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游ゴシック</vt:lpstr>
      <vt:lpstr>游ゴシック Light</vt:lpstr>
      <vt:lpstr>Arial</vt:lpstr>
      <vt:lpstr>Georgia Pro Black</vt:lpstr>
      <vt:lpstr>Nourd-Bold</vt:lpstr>
      <vt:lpstr>Verdana Pro Black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秀基 平松</dc:creator>
  <cp:lastModifiedBy>秀基 平松</cp:lastModifiedBy>
  <cp:revision>2</cp:revision>
  <dcterms:created xsi:type="dcterms:W3CDTF">2026-05-29T05:23:40Z</dcterms:created>
  <dcterms:modified xsi:type="dcterms:W3CDTF">2026-05-30T00:13:13Z</dcterms:modified>
</cp:coreProperties>
</file>